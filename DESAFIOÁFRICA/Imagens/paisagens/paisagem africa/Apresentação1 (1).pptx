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6" r:id="rId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960675-4445-4C0E-B4F3-446F42CE8723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794B89-043C-4E0C-A8AC-7610583193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0038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794B89-043C-4E0C-A8AC-7610583193B8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451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2D6F43-CCB6-A71B-7EE3-13B072893E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A9968F-9B8E-E98F-CC3C-9BA7A2055A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6E3295-F427-5A09-49AC-045DC1918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E9A5-EA1A-4447-8275-31905CD69F5D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668F83-538D-78E7-9193-7AA3A802A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11B669A-8E14-F342-7343-920C04243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AF75C-EE66-4B9B-8AEA-31D4C058C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155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658C60-5E4A-EAB8-2C97-97BE4A54C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683B74-BC36-9135-29FA-4620741F8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2867C1-AAE6-7363-E3D3-739291105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E9A5-EA1A-4447-8275-31905CD69F5D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58669D1-7A0F-AF44-D6E9-DA5B4793C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AAF19E-57AE-E618-8B97-60D75E8A6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AF75C-EE66-4B9B-8AEA-31D4C058C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08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5C697-3CDF-1912-FEC3-3CE4D181B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7E60CC0-84F6-D33E-34C9-B45B00408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F10AF7-4F67-9DB5-AAD4-894DCBDDA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E9A5-EA1A-4447-8275-31905CD69F5D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266022-5DD8-F577-B601-22859D180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FBC3549-4D82-6BA5-7648-8F1DADFE5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AF75C-EE66-4B9B-8AEA-31D4C058C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88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71C0A8-8DF7-CA92-6AA6-D2D96C9C9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6C3A8E-BE13-1316-EBE8-22F77BBEC6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9EF207E-37F5-DD14-2A7D-29E805BA10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FE5C10C-61A6-FBB0-E6E0-A30023112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E9A5-EA1A-4447-8275-31905CD69F5D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EC2D4D3-91B3-8B78-CD47-30D869DEF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BDF6CD1-4D37-F48A-4B86-071DAECCA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AF75C-EE66-4B9B-8AEA-31D4C058C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2573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AE602F-6692-508A-5A58-A1063618A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2739FAC-8429-71C9-485D-A6D853677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33BCDD2-A550-650A-D050-DE37F1980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4281D17-3A7E-94AA-345C-C30E03D1F4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A401DAF-FF61-4D6F-5CED-1696E95D22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CB10F78-049C-B9E0-0DB2-23C85D2B2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E9A5-EA1A-4447-8275-31905CD69F5D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FB27879-5D2F-CDEE-914F-7CD1C4092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820FB3D-8213-6C71-A683-29F39D1BD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AF75C-EE66-4B9B-8AEA-31D4C058C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3851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1C56CA-728F-8A90-EB18-9CC552672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2692643-7A76-ED8A-F071-385E31BFC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E9A5-EA1A-4447-8275-31905CD69F5D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26E9378-20FA-C860-E89A-3EE9051D8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2CE8D78-0D70-223B-8562-A39E20A54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AF75C-EE66-4B9B-8AEA-31D4C058C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4610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1E704D4-CABF-5E26-9E3B-57F4129F3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E9A5-EA1A-4447-8275-31905CD69F5D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7E5FB85-AF05-3026-1E45-B1D73082A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B6BB399-E814-CE3D-2D73-AE32395D5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AF75C-EE66-4B9B-8AEA-31D4C058C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135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BA621-F734-24F5-60E5-F013EBB14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15235F-0C24-8347-4B4C-FA0B391C7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4312025-D048-FE64-E806-9F94400AEF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1DBF0DD-3943-84A2-9ED6-E26AD2ACC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E9A5-EA1A-4447-8275-31905CD69F5D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F6A81B8-ED37-07B8-5241-ED1EA0882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74391BF-2947-97A8-47BD-7CF2A0285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AF75C-EE66-4B9B-8AEA-31D4C058C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95032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4BCAB8-381E-FD7D-4321-52DB62DF9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124C197-B94F-36C1-840D-B985BB3C22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75CB568-BA6C-C525-CC5A-D8AF25669B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1015FA4-B754-9E8A-F5CC-244244DAD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E9A5-EA1A-4447-8275-31905CD69F5D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96EFD44-0704-F109-F488-065821991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F1B3DC-DABE-A24D-0F9A-88D4F26A7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AF75C-EE66-4B9B-8AEA-31D4C058C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2937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A66BD0-094F-9E5D-A447-061B45A3E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574014D-6F54-D156-EF7A-6FCE83F4F2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9E8B25-61D2-C20E-34D8-A4EEFA3D6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E9A5-EA1A-4447-8275-31905CD69F5D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499C8E-5836-9B9D-D770-382AEBCB4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B4BBCD-38C9-DD5D-8B88-E92C6F4EA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AF75C-EE66-4B9B-8AEA-31D4C058C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8359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4A4AAD1-CC85-9678-199F-82E14CDD6F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DA5C23A-1C13-60D7-CBC5-AEBE6AA73C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5CCBE0-D1B0-108D-5F61-23D7CF253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4E9A5-EA1A-4447-8275-31905CD69F5D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EFA385-B944-76A0-4FC5-F3B8DDB66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EC82A58-ED54-0934-9415-6A7C9B40A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AF75C-EE66-4B9B-8AEA-31D4C058C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3691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8D0F50E-17FA-F9B7-4043-B8AB2C967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791C3CE-926C-1F00-27F6-B362C8415F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2D40D5-DBB9-C5CB-F02D-0DAF24202A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04E9A5-EA1A-4447-8275-31905CD69F5D}" type="datetimeFigureOut">
              <a:rPr lang="pt-BR" smtClean="0"/>
              <a:t>16/03/2026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9D17EC-43F7-11D6-1E37-37D97F694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60D1AE-CDB8-5BEB-BDB2-41B85F1FFC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1AF75C-EE66-4B9B-8AEA-31D4C058C8F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3191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6B869D4-1EEF-4B5F-AD70-79AACBAEE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DB010F9-AB34-9FF2-04A3-C3B14D4741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12" r="665" b="-1"/>
          <a:stretch>
            <a:fillRect/>
          </a:stretch>
        </p:blipFill>
        <p:spPr>
          <a:xfrm>
            <a:off x="-2" y="10"/>
            <a:ext cx="7995504" cy="685799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B567449-AD11-33E0-7D07-1EB11E80B6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48" r="1" b="1"/>
          <a:stretch>
            <a:fillRect/>
          </a:stretch>
        </p:blipFill>
        <p:spPr>
          <a:xfrm>
            <a:off x="8188032" y="10"/>
            <a:ext cx="4003968" cy="2228747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F9E6B04-BDCF-1005-103F-E9781041CE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33" r="1" b="1"/>
          <a:stretch>
            <a:fillRect/>
          </a:stretch>
        </p:blipFill>
        <p:spPr>
          <a:xfrm>
            <a:off x="8188029" y="2400472"/>
            <a:ext cx="4003969" cy="2057046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2BFFEF1-59D7-42FC-58CC-C6E93DDE94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7" r="1" b="15692"/>
          <a:stretch>
            <a:fillRect/>
          </a:stretch>
        </p:blipFill>
        <p:spPr>
          <a:xfrm>
            <a:off x="8188029" y="4629229"/>
            <a:ext cx="4003969" cy="2228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1333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F62DCF2D268C64DA7EF9F27B1318C4F" ma:contentTypeVersion="10" ma:contentTypeDescription="Crie um novo documento." ma:contentTypeScope="" ma:versionID="662fa202805ed2f846265e3f9ded493f">
  <xsd:schema xmlns:xsd="http://www.w3.org/2001/XMLSchema" xmlns:xs="http://www.w3.org/2001/XMLSchema" xmlns:p="http://schemas.microsoft.com/office/2006/metadata/properties" xmlns:ns3="713b5c9e-24d6-46f5-809a-8bbd5dfa014a" targetNamespace="http://schemas.microsoft.com/office/2006/metadata/properties" ma:root="true" ma:fieldsID="641bb494f013afbc18e4efd6d55945d8" ns3:_="">
    <xsd:import namespace="713b5c9e-24d6-46f5-809a-8bbd5dfa014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3b5c9e-24d6-46f5-809a-8bbd5dfa014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13b5c9e-24d6-46f5-809a-8bbd5dfa014a" xsi:nil="true"/>
  </documentManagement>
</p:properties>
</file>

<file path=customXml/itemProps1.xml><?xml version="1.0" encoding="utf-8"?>
<ds:datastoreItem xmlns:ds="http://schemas.openxmlformats.org/officeDocument/2006/customXml" ds:itemID="{6E42A6AE-8FBF-4188-B3AC-618C13C54D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3b5c9e-24d6-46f5-809a-8bbd5dfa01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ADDD72F-799C-4E1D-BC1E-8707592E4E0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11731AD-9108-4A73-866D-AA88B27A0E50}">
  <ds:schemaRefs>
    <ds:schemaRef ds:uri="http://schemas.microsoft.com/office/2006/metadata/properties"/>
    <ds:schemaRef ds:uri="http://purl.org/dc/elements/1.1/"/>
    <ds:schemaRef ds:uri="http://www.w3.org/XML/1998/namespace"/>
    <ds:schemaRef ds:uri="http://schemas.microsoft.com/office/2006/documentManagement/types"/>
    <ds:schemaRef ds:uri="713b5c9e-24d6-46f5-809a-8bbd5dfa014a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</Words>
  <Application>Microsoft Office PowerPoint</Application>
  <PresentationFormat>Widescreen</PresentationFormat>
  <Paragraphs>1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MATEUS GOTARDI ALVES</dc:creator>
  <cp:lastModifiedBy>MATEUS GOTARDI ALVES</cp:lastModifiedBy>
  <cp:revision>2</cp:revision>
  <dcterms:created xsi:type="dcterms:W3CDTF">2026-03-16T13:42:09Z</dcterms:created>
  <dcterms:modified xsi:type="dcterms:W3CDTF">2026-03-16T13:54:33Z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0x0101005F62DCF2D268C64DA7EF9F27B1318C4F</vt:lpwstr>
  </property>
</Properties>
</file>