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9" d="100"/>
          <a:sy n="59" d="100"/>
        </p:scale>
        <p:origin x="73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2681A-3D9B-F3AD-E94A-0C28497836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32DBA5-A70D-7DD0-74A4-FDF295776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F5B08E-F7AE-FEDA-9A0D-F2A8172C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808003-61A7-0FA6-8E68-F72820A7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2E4230-F288-85DC-6918-7F661F92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374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E177F-9966-7F3F-C86E-9ED45E1D3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4D4618-0290-B819-8DEF-D381D87BA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148D16-FB69-5593-3640-7C1263FB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204DE1-3898-8249-4132-5B0A2FF1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5AC3A0-0B25-CFFA-6642-E2823DB4E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996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D0233-76A2-B182-4960-A2757DE0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6B1661E-9C40-88AA-EB30-22529B3F1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C2DC6B-1E5E-DFBB-C824-1AB5AE372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13C886-0261-9637-7351-060DAF8FB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DB7F8-5569-7683-3780-CC58102E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9851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593CDD-A5EA-8D1A-9923-AD4926DF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96B9F2-630A-22F3-1B2D-02CEA87D64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EAB179D-6C56-680F-E76C-A70E560F7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708AC-0B10-5BBB-3B66-4AB61E404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E4A4AB-68A4-E9AA-CD96-FAABDE7A5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0A2C3BF-2B3A-4D42-8C2C-53B491D5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9039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E0522-AECF-9EFA-EDAC-9E899BDD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75F5F79-E499-CE12-654C-F67779172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4DDACD-5F58-5CDC-CE00-2432803C4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00F464-E556-5875-7D92-29A745B0D3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667F679-6299-CE71-915A-F293226545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5152309-5116-D456-E6BE-54DE3BDE7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EFC7E63-794E-3431-D221-50813CBB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DBE05EB-2564-1162-3042-9C708DC3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232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A043D4-94F5-2709-2D54-DA981104C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DD7E420-04DC-6180-8009-6672671B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EF556AF-3E9E-0613-7603-08DBFA3E3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54A930-F675-B35F-BB78-7D5C5964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147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78C17E0-4143-DAAA-ABAE-EA8AE0788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982823-798C-2D1A-0D80-D0A3FA379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A28ABA-A6E2-1A21-B185-EB0FA4F86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242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293545-2C30-F450-3774-D8619D310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808998-30E9-C9C2-1BBF-78DCFC8A0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AACDCE-30F4-225A-8636-1963B19A36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D84862-4446-AD4A-7389-D6A4225E7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C1FCDD-926A-AADE-CE47-C810A8229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0CEB86-B7BC-19AB-3A3E-6555D7EA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564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3406F-2ADD-D9A7-CEA7-13BED5E2F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07724A2-295A-3615-1911-F15A646DF0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E2406D7-FE0D-00C8-9FFC-9B38C0608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D14535-B601-8BB5-FE89-585E2D5C6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A5EDFF-374C-A824-514E-39025CC0C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1D804F-A62B-D3D1-F4A8-7B6CA971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665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FBCB2A-C626-F97A-57E6-6CDCE0EEC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B21749-023A-D6EB-E44C-04C2022CC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338E87-7A6B-3AB4-1B1F-78A5094E0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20E845-06C0-8A7F-32F8-056215427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752153-B004-FA75-EDE9-46E058582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282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3839A34-337C-9D4E-7AF3-915CECA3F6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7078F6-07A4-82FB-4C26-3ADD8BDBE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760BD6-C3B3-38C7-FEE5-D8C900AD9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88BAFA-9D4F-DEC3-F2B6-F16E39B42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7264B7-CF11-7E2D-5528-DB6241B95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7532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EC1CC49-9CD0-9D01-1C59-742C82CFC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4D483B0-0B51-88D8-B6A8-EE0DB303E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F612BC-A169-9510-FC48-1E6445414E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B1241-D9C4-4735-A361-4A69AC2818AA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E79EB5-FDE2-0337-18AC-1432435F7C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72F006-5A08-1C51-4530-DFE7417AB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1F4DB-299E-4E2B-A2D7-9A239FEF35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69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0">
            <a:extLst>
              <a:ext uri="{FF2B5EF4-FFF2-40B4-BE49-F238E27FC236}">
                <a16:creationId xmlns:a16="http://schemas.microsoft.com/office/drawing/2014/main" id="{E6B869D4-1EEF-4B5F-AD70-79AACBAEE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Imagem 8" descr="Montanha com neve&#10;&#10;O conteúdo gerado por IA pode estar incorreto.">
            <a:extLst>
              <a:ext uri="{FF2B5EF4-FFF2-40B4-BE49-F238E27FC236}">
                <a16:creationId xmlns:a16="http://schemas.microsoft.com/office/drawing/2014/main" id="{9022E343-6138-7221-B6B1-E25CEF15C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17" r="2460" b="-1"/>
          <a:stretch>
            <a:fillRect/>
          </a:stretch>
        </p:blipFill>
        <p:spPr>
          <a:xfrm rot="21600000">
            <a:off x="-2" y="10"/>
            <a:ext cx="7995504" cy="6857990"/>
          </a:xfrm>
          <a:prstGeom prst="rect">
            <a:avLst/>
          </a:prstGeom>
        </p:spPr>
      </p:pic>
      <p:pic>
        <p:nvPicPr>
          <p:cNvPr id="11" name="Imagem 10" descr="Desenho de uma montanha&#10;&#10;O conteúdo gerado por IA pode estar incorreto.">
            <a:extLst>
              <a:ext uri="{FF2B5EF4-FFF2-40B4-BE49-F238E27FC236}">
                <a16:creationId xmlns:a16="http://schemas.microsoft.com/office/drawing/2014/main" id="{53BC382B-4C70-0C13-5098-7294E9BFBA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77" b="2"/>
          <a:stretch>
            <a:fillRect/>
          </a:stretch>
        </p:blipFill>
        <p:spPr>
          <a:xfrm rot="21600000">
            <a:off x="8188032" y="10"/>
            <a:ext cx="4003968" cy="2228747"/>
          </a:xfrm>
          <a:prstGeom prst="rect">
            <a:avLst/>
          </a:prstGeom>
        </p:spPr>
      </p:pic>
      <p:pic>
        <p:nvPicPr>
          <p:cNvPr id="5" name="Imagem 4" descr="Vista panorâmica das montanhas&#10;&#10;O conteúdo gerado por IA pode estar incorreto.">
            <a:extLst>
              <a:ext uri="{FF2B5EF4-FFF2-40B4-BE49-F238E27FC236}">
                <a16:creationId xmlns:a16="http://schemas.microsoft.com/office/drawing/2014/main" id="{249489A5-22C6-879A-F6F0-C4E2C1F70C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00" r="1" b="1"/>
          <a:stretch>
            <a:fillRect/>
          </a:stretch>
        </p:blipFill>
        <p:spPr>
          <a:xfrm rot="21600000">
            <a:off x="8188029" y="2400472"/>
            <a:ext cx="4003969" cy="2057046"/>
          </a:xfrm>
          <a:prstGeom prst="rect">
            <a:avLst/>
          </a:prstGeom>
        </p:spPr>
      </p:pic>
      <p:pic>
        <p:nvPicPr>
          <p:cNvPr id="7" name="Imagem 6" descr="Vista panorâmica do lago com árvores em volta&#10;&#10;O conteúdo gerado por IA pode estar incorreto.">
            <a:extLst>
              <a:ext uri="{FF2B5EF4-FFF2-40B4-BE49-F238E27FC236}">
                <a16:creationId xmlns:a16="http://schemas.microsoft.com/office/drawing/2014/main" id="{574D61EB-CD18-52A7-C90A-17C91EB4BF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781" r="1" b="1"/>
          <a:stretch>
            <a:fillRect/>
          </a:stretch>
        </p:blipFill>
        <p:spPr>
          <a:xfrm rot="21600000">
            <a:off x="8188029" y="4629229"/>
            <a:ext cx="4003969" cy="222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4606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 GOTARDI ALVES</dc:creator>
  <cp:lastModifiedBy>MATEUS GOTARDI ALVES</cp:lastModifiedBy>
  <cp:revision>1</cp:revision>
  <dcterms:created xsi:type="dcterms:W3CDTF">2026-02-24T15:08:47Z</dcterms:created>
  <dcterms:modified xsi:type="dcterms:W3CDTF">2026-02-24T15:14:59Z</dcterms:modified>
</cp:coreProperties>
</file>